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E8B84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82-4F37-9DDA-01A9A4C7BD65}"/>
              </c:ext>
            </c:extLst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82-4F37-9DDA-01A9A4C7BD65}"/>
              </c:ext>
            </c:extLst>
          </c:dPt>
          <c:dPt>
            <c:idx val="2"/>
            <c:invertIfNegative val="0"/>
            <c:bubble3D val="0"/>
            <c:spPr>
              <a:solidFill>
                <a:srgbClr val="7C6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82-4F37-9DDA-01A9A4C7BD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test_schemas.py</c:v>
                </c:pt>
                <c:pt idx="1">
                  <c:v>test_api_routes.py</c:v>
                </c:pt>
                <c:pt idx="2">
                  <c:v>App.test.jsx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22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82-4F37-9DDA-01A9A4C7BD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1A2E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61D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45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548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TAKA GELO KOI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0040" y="1078992"/>
            <a:ext cx="228600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Expenses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16002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money.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Finally understood.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finance web app for tracking expenses, budgets, income &amp; savings goals — built for Bangladesh.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11880"/>
            <a:ext cx="914400" cy="594360"/>
          </a:xfrm>
          <a:prstGeom prst="rect">
            <a:avLst/>
          </a:prstGeom>
          <a:solidFill>
            <a:srgbClr val="0A2A5E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393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1k+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325880" y="3611880"/>
            <a:ext cx="914400" cy="594360"/>
          </a:xfrm>
          <a:prstGeom prst="rect">
            <a:avLst/>
          </a:prstGeom>
          <a:solidFill>
            <a:srgbClr val="0A2A5E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36393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৳2M+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31720" y="3611880"/>
            <a:ext cx="914400" cy="594360"/>
          </a:xfrm>
          <a:prstGeom prst="rect">
            <a:avLst/>
          </a:prstGeom>
          <a:solidFill>
            <a:srgbClr val="0A2A5E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36393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31720" y="39319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03320" y="274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03320" y="5669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03320" y="850392"/>
            <a:ext cx="5029200" cy="0"/>
          </a:xfrm>
          <a:prstGeom prst="line">
            <a:avLst/>
          </a:prstGeom>
          <a:noFill/>
          <a:ln w="12700">
            <a:solidFill>
              <a:srgbClr val="1A2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987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412 — Software Engineering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03320" y="13350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13350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16824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16824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Mohammad Mahdi Hassan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03320" y="2029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0" y="20299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16, 2026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03320" y="2423160"/>
            <a:ext cx="5029200" cy="0"/>
          </a:xfrm>
          <a:prstGeom prst="line">
            <a:avLst/>
          </a:prstGeom>
          <a:noFill/>
          <a:ln w="12700">
            <a:solidFill>
              <a:srgbClr val="1A2E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25237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— TEAM NEWTODV (TEAM 17)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03320" y="2834640"/>
            <a:ext cx="5029200" cy="438912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03320" y="2834640"/>
            <a:ext cx="45720" cy="43891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58768" y="2852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Sifat Bin Islam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58768" y="30815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2023-2-60-117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92240" y="2907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Backend Developer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703320" y="3337560"/>
            <a:ext cx="5029200" cy="438912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703320" y="3337560"/>
            <a:ext cx="45720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58768" y="3355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Arifur Rahman Shihab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858768" y="35844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2023-2-60-176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492240" y="3410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03320" y="3840480"/>
            <a:ext cx="5029200" cy="438912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703320" y="3840480"/>
            <a:ext cx="45720" cy="43891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58768" y="38587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Sabbir Ahmed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858768" y="40873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2023-2-60-294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49224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703320" y="4343400"/>
            <a:ext cx="5029200" cy="438912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703320" y="4343400"/>
            <a:ext cx="45720" cy="43891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58768" y="43616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Anan Sikder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858768" y="459028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2023-2-60-217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492240" y="4416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705356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Taka Gelo Koi?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is a web-based personal finance management application designed for users in Bangladesh. It enables logging, categorising, and analysing daily expenditures through a beautiful interactive dashboard.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011680" cy="86868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45720" cy="86868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Google OAuth 2.0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221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sign-in, no passwords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920240"/>
            <a:ext cx="2011680" cy="86868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920240"/>
            <a:ext cx="45720" cy="868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Bengali OCR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221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scanning — handwritten Bengali + English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011680" cy="86868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45720" cy="8686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62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Smart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227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analytics, charts &amp; monthly reports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06040" y="2926080"/>
            <a:ext cx="2011680" cy="86868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2926080"/>
            <a:ext cx="45720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962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Budget &amp; Goals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3227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limits, alerts &amp; savings tracking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1005840"/>
            <a:ext cx="3977640" cy="338328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005840"/>
            <a:ext cx="45720" cy="338328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0607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INFORMATION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56048" y="1316736"/>
            <a:ext cx="3566160" cy="0"/>
          </a:xfrm>
          <a:prstGeom prst="line">
            <a:avLst/>
          </a:prstGeom>
          <a:noFill/>
          <a:ln w="9525">
            <a:solidFill>
              <a:srgbClr val="1A2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1417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Rafat Bin Islam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18013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801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Engineer, Agoda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6048" y="21854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21854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6048" y="25694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5694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cash &amp; digital payments in Bangladesh context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2953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29535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+ English receipt support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56048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3375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(React + FastAPI)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627632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Goals &amp; Objectives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45720" cy="16002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188720"/>
            <a:ext cx="329184" cy="329184"/>
          </a:xfrm>
          <a:prstGeom prst="ellipse">
            <a:avLst/>
          </a:prstGeom>
          <a:solidFill>
            <a:srgbClr val="E8B84B">
              <a:alpha val="2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88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Receipt Data Entry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159105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 by extracting transaction amount, date, and merchant from uploaded receipt photos.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160020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45720" cy="1600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188720"/>
            <a:ext cx="329184" cy="329184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188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22192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OCR Support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159105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handwritten Bengali and English receipts — addressing the local context of the Bangladeshi user base.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651760" cy="160020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97280"/>
            <a:ext cx="45720" cy="16002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1188720"/>
            <a:ext cx="329184" cy="329184"/>
          </a:xfrm>
          <a:prstGeom prst="ellipse">
            <a:avLst/>
          </a:prstGeom>
          <a:solidFill>
            <a:srgbClr val="7C6AF7">
              <a:alpha val="20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188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56832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159105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users when expenditure approaches or exceeds category-level monthly limits, preventing overspend.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45720" cy="1600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2971800"/>
            <a:ext cx="329184" cy="329184"/>
          </a:xfrm>
          <a:prstGeom prst="ellipse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Spending Dashboard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3741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spending through charts and breakdowns so users identify financial behaviour patterns at a glance.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880360"/>
            <a:ext cx="45720" cy="16002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2971800"/>
            <a:ext cx="329184" cy="329184"/>
          </a:xfrm>
          <a:prstGeom prst="ellipse">
            <a:avLst/>
          </a:prstGeom>
          <a:solidFill>
            <a:srgbClr val="E8B84B">
              <a:alpha val="2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22192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56432" y="33741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stateless Google OAuth 2.0 — no passwords, no friction. Data tied to user's Google account.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061D44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880360"/>
            <a:ext cx="45720" cy="1600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2971800"/>
            <a:ext cx="329184" cy="329184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56832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&amp; Loan Tracking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91072" y="33741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define savings goals, track progress, and manage loan repayments from a single dashboard.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472184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Stories — MoSCoW Prioritisation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137160" cy="1371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987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37160" cy="137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987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137160" cy="13716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987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261872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261872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139903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51560" y="1298448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using Google account without creating a separate password.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847088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847088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198424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51560" y="1883664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Transaction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2093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enter expense with amount, category, description &amp; date.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432304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432304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256946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51560" y="2468880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Receipt (OCR)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156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receipt photo; system extracts amount, date &amp; merchant.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017520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154680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51560" y="3054096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Auto-Categorisation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51560" y="3264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assign spending category from keywords in text.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602736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602736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373989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51560" y="3639312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Transaction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51560" y="38496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amount, category, description or date of any transaction.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4187952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187952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432511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51560" y="4224528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Transaction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5156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incorrectly entered or duplicate transaction records.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73168" y="1261872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1261872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139903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US-07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67528" y="1298448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Budget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67528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monthly spending limit per category.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73168" y="1847088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73168" y="1847088"/>
            <a:ext cx="530352" cy="512064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198424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367528" y="1883664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Threshold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67528" y="2093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alert when spending approaches or exceeds limit.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73168" y="2432304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73168" y="2432304"/>
            <a:ext cx="530352" cy="512064"/>
          </a:xfrm>
          <a:prstGeom prst="rect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256946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US-09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67528" y="2468880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Spending Dashboard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367528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+ category breakdown as charts &amp; statistics.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73168" y="3017520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73168" y="3017520"/>
            <a:ext cx="530352" cy="512064"/>
          </a:xfrm>
          <a:prstGeom prst="rect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154680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367528" y="3054096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Analytics Report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367528" y="3264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comparison of spending trends.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73168" y="3602736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73168" y="3602736"/>
            <a:ext cx="530352" cy="512064"/>
          </a:xfrm>
          <a:prstGeom prst="rect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373989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US-11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367528" y="3639312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 Tracking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67528" y="38496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savings target and track progress automatically.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73168" y="4187952"/>
            <a:ext cx="4160520" cy="512064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73168" y="4187952"/>
            <a:ext cx="530352" cy="512064"/>
          </a:xfrm>
          <a:prstGeom prst="rect">
            <a:avLst/>
          </a:prstGeom>
          <a:solidFill>
            <a:srgbClr val="7C6AF7">
              <a:alpha val="12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00600" y="432511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US-12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367528" y="4224528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Categories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367528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 spending categories beyond the default set.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627632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BENEFITS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Taka Gelo Koi Matters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5303520" cy="109728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24128"/>
            <a:ext cx="45720" cy="109728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8448" y="10789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 on Data Entry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13716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automation extracts amount, date &amp; merchant from receipts — eliminating manual typing for handwritten Bengali and English receipts.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5303520" cy="109728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45720" cy="1097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359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98448" y="23408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Overspending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263347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budget alerts warn users before limits are breached — not after. Real-time category tracking drives conscious spending decisions.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5303520" cy="109728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47872"/>
            <a:ext cx="45720" cy="109728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21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98448" y="36027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Financial Awareness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38953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charts, trend analytics, and category breakdowns give users a clear picture of financial habits they never had visibility into before.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1024128"/>
            <a:ext cx="1371600" cy="150876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1024128"/>
            <a:ext cx="45720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85-95%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89320" y="16642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(Bengali + English)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024128"/>
            <a:ext cx="1371600" cy="150876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0" y="1024128"/>
            <a:ext cx="45720" cy="1508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98080" y="16642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Automated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2715768"/>
            <a:ext cx="1371600" cy="150876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2715768"/>
            <a:ext cx="45720" cy="150876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6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89320" y="33558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Completed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498080" y="2715768"/>
            <a:ext cx="1371600" cy="150876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2715768"/>
            <a:ext cx="45720" cy="1508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498080" y="33558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Receipts/month</a:t>
            </a:r>
            <a:endParaRPr lang="en-US" sz="7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Vision API)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316736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Three-Tier Design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2651760" cy="3639312"/>
          </a:xfrm>
          <a:prstGeom prst="rect">
            <a:avLst/>
          </a:prstGeom>
          <a:solidFill>
            <a:srgbClr val="061D44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24128"/>
            <a:ext cx="2651760" cy="384048"/>
          </a:xfrm>
          <a:prstGeom prst="rect">
            <a:avLst/>
          </a:prstGeom>
          <a:solidFill>
            <a:srgbClr val="E8B84B">
              <a:alpha val="2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424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490472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490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 + Vite SPA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929384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929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LandingPage.jsx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2368296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682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LoginPage.jsx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807208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07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Dashboard.jsx (6 panels)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246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ParticleCanvas.jsx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685032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85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useApi.js custom hook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4123944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239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 HTTP client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1024128"/>
            <a:ext cx="2651760" cy="3639312"/>
          </a:xfrm>
          <a:prstGeom prst="rect">
            <a:avLst/>
          </a:prstGeom>
          <a:solidFill>
            <a:srgbClr val="061D44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1024128"/>
            <a:ext cx="2651760" cy="384048"/>
          </a:xfrm>
          <a:prstGeom prst="rect">
            <a:avLst/>
          </a:prstGeom>
          <a:solidFill>
            <a:srgbClr val="2DD4BF">
              <a:alpha val="2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10424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1490472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1490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FastAPI server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0" y="1929384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1929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OAuth 2.0 verify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0" y="2368296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23682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CRUD: Transactions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0" y="2807208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38728" y="2807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CRUD: Budgets / Income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0" y="3246120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3246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OCR via Google Vision API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0" y="3685032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8728" y="3685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Receipt parser service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0" y="4123944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38728" y="41239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report engine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1024128"/>
            <a:ext cx="2651760" cy="3639312"/>
          </a:xfrm>
          <a:prstGeom prst="rect">
            <a:avLst/>
          </a:prstGeom>
          <a:solidFill>
            <a:srgbClr val="061D44"/>
          </a:solidFill>
          <a:ln w="19050">
            <a:solidFill>
              <a:srgbClr val="7C6A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1024128"/>
            <a:ext cx="2651760" cy="384048"/>
          </a:xfrm>
          <a:prstGeom prst="rect">
            <a:avLst/>
          </a:prstGeom>
          <a:solidFill>
            <a:srgbClr val="7C6AF7">
              <a:alpha val="2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10424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1490472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1490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database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55080" y="1929384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1929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SQLAlchemy ORM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55080" y="2368296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23682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Users table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55080" y="2807208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2807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Transactions table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55080" y="3246120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3246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Budgets table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55080" y="3685032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3685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Goals / Loans tables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55080" y="4123944"/>
            <a:ext cx="2377440" cy="347472"/>
          </a:xfrm>
          <a:prstGeom prst="rect">
            <a:avLst/>
          </a:prstGeom>
          <a:solidFill>
            <a:srgbClr val="0D2040"/>
          </a:solidFill>
          <a:ln w="6350">
            <a:solidFill>
              <a:srgbClr val="1A2E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088" y="41239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Migration scripts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154680" y="2834640"/>
            <a:ext cx="182880" cy="0"/>
          </a:xfrm>
          <a:prstGeom prst="line">
            <a:avLst/>
          </a:prstGeom>
          <a:noFill/>
          <a:ln w="19050">
            <a:solidFill>
              <a:srgbClr val="888899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6035040" y="2834640"/>
            <a:ext cx="182880" cy="0"/>
          </a:xfrm>
          <a:prstGeom prst="line">
            <a:avLst/>
          </a:prstGeom>
          <a:noFill/>
          <a:ln w="19050">
            <a:solidFill>
              <a:srgbClr val="888899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316736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24128"/>
            <a:ext cx="45720" cy="6217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607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298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45389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SPA with HMR support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73168" y="102412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024128"/>
            <a:ext cx="45720" cy="6217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0607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0328" y="1298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145389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Promise-based requests with clean error handling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755648"/>
            <a:ext cx="45720" cy="6217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179222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2029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18541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type-annotated API with OpenAPI docs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73168" y="175564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1755648"/>
            <a:ext cx="45720" cy="6217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179222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10328" y="2029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218541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ORM supporting PostgreSQL + SQLite for testing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487168"/>
            <a:ext cx="45720" cy="6217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52374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2761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291693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relational DB with full indexing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73168" y="248716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2487168"/>
            <a:ext cx="45720" cy="62179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252374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10328" y="2761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0328" y="291693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login via Google token verification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21868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218688"/>
            <a:ext cx="45720" cy="62179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25526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" y="36484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DOCUMENT_TEXT_DETECTION — handwritten Bengali + EN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73168" y="321868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3218688"/>
            <a:ext cx="45720" cy="62179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325526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10328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0328" y="364845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schema validation integrated with FastAPI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95020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950208"/>
            <a:ext cx="45720" cy="6217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398678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(BE)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" y="4224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TestClient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" y="437997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 with in-memory SQLite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73168" y="3950208"/>
            <a:ext cx="4160520" cy="621792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3168" y="3950208"/>
            <a:ext cx="45720" cy="6217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0328" y="398678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(FE)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10328" y="4224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10328" y="437997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tests with mocked OAuth and Axios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938528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— UI/UX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Design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2011680" cy="96012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24128"/>
            <a:ext cx="45720" cy="9601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78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Dark Navy + Gold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(#030C23) with gold (#E8B84B) accents — premium &amp; high-contrast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1024128"/>
            <a:ext cx="2011680" cy="96012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024128"/>
            <a:ext cx="45720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078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3 Typefaces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(headings), Calibri (body), Courier New (numeric data)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024128"/>
            <a:ext cx="2011680" cy="96012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24128"/>
            <a:ext cx="45720" cy="96012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78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Responsive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breakpoint at 900px — collapses to mobile layout cleanly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1024128"/>
            <a:ext cx="2011680" cy="96012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024128"/>
            <a:ext cx="45720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078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Animated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canvas, scroll animations via IntersectionObserver, float badges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103120"/>
            <a:ext cx="2651760" cy="251460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103120"/>
            <a:ext cx="45720" cy="2514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1579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2450592"/>
            <a:ext cx="2377440" cy="0"/>
          </a:xfrm>
          <a:prstGeom prst="line">
            <a:avLst/>
          </a:prstGeom>
          <a:noFill/>
          <a:ln w="9525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5054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Navbar (fixed, scroll blur)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" y="27889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Hero + 3D mock card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" y="30723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Stats band — 1k+ users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335584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6 Feature cards grid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" y="363931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How It Works (4 steps)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" y="392277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3 Testimonial cards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" y="420624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CTA + Footer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37560" y="2103120"/>
            <a:ext cx="2651760" cy="251460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37560" y="2103120"/>
            <a:ext cx="45720" cy="25146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1579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0" y="2450592"/>
            <a:ext cx="2377440" cy="0"/>
          </a:xfrm>
          <a:prstGeom prst="line">
            <a:avLst/>
          </a:prstGeom>
          <a:noFill/>
          <a:ln w="9525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25054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Two-panel layout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02152" y="27889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Left: animated float cards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502152" y="30723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Right: Google Sign-In btn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02152" y="335584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OAuth 2.0 one-tap flow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02152" y="363931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Security badge labels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02152" y="392277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Error inline display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502152" y="420624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Mobile responsive stack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17920" y="2103120"/>
            <a:ext cx="2651760" cy="251460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2103120"/>
            <a:ext cx="45720" cy="25146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1579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(6 Panels)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55080" y="2450592"/>
            <a:ext cx="2377440" cy="0"/>
          </a:xfrm>
          <a:prstGeom prst="line">
            <a:avLst/>
          </a:prstGeom>
          <a:noFill/>
          <a:ln w="9525">
            <a:solidFill>
              <a:srgbClr val="1A2E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250545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Overview — stats + charts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82512" y="27889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Transactions — CRUD list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82512" y="30723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Budgets — progress bars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82512" y="335584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Savings Goals — tracker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82512" y="363931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Analytics — trend charts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82512" y="392277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Report — monthly PDF view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82512" y="420624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Persistent sidebar + topbar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1394460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13761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SCHEDULE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8-Sprint Development Summary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24128"/>
            <a:ext cx="749808" cy="822960"/>
          </a:xfrm>
          <a:prstGeom prst="rect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0789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13441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interview · Collect &amp; review requirements · Prepare survey questionnaire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73168" y="102412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1024128"/>
            <a:ext cx="749808" cy="822960"/>
          </a:xfrm>
          <a:prstGeom prst="rect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09728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148132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96128" y="10789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Database Setup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96128" y="13441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login · Connect backend to DB · Build login &amp; registration logic · Home page UI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98424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84248"/>
            <a:ext cx="749808" cy="822960"/>
          </a:xfrm>
          <a:prstGeom prst="rect">
            <a:avLst/>
          </a:prstGeom>
          <a:solidFill>
            <a:srgbClr val="7C6AF7">
              <a:alpha val="18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5740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6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441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0160" y="20391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Core (CRUD)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230428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Add/View/Edit/Delete API · Image upload endpoint · Transaction dashboard UI · DB validation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73168" y="198424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1984248"/>
            <a:ext cx="749808" cy="822960"/>
          </a:xfrm>
          <a:prstGeom prst="rect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05740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24414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96128" y="20391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Integration &amp; Budgets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96128" y="230428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model integration (Bengali + English) · Budget limit feature · Client meeting &amp; feedback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294436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44368"/>
            <a:ext cx="749808" cy="822960"/>
          </a:xfrm>
          <a:prstGeom prst="rect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0175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40156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80160" y="29992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Completion &amp; Dashboard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80160" y="326440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OCR integration · Full system integration test · Dashboard multi-panel design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73168" y="294436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2944368"/>
            <a:ext cx="749808" cy="822960"/>
          </a:xfrm>
          <a:prstGeom prst="rect">
            <a:avLst/>
          </a:prstGeom>
          <a:solidFill>
            <a:srgbClr val="7C6AF7">
              <a:alpha val="18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0175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6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40156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96128" y="29992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Refactor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96128" y="326440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code review across all modules · Backend + Frontend refactor · Documentation update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90448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904488"/>
            <a:ext cx="749808" cy="822960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9776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36168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280160" y="39593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+ New Features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280160" y="42245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Google Cloud Vision API · Missing CRUD ops · Goals feature · UI polish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73168" y="3904488"/>
            <a:ext cx="4160520" cy="822960"/>
          </a:xfrm>
          <a:prstGeom prst="rect">
            <a:avLst/>
          </a:prstGeom>
          <a:solidFill>
            <a:srgbClr val="061D44"/>
          </a:solidFill>
          <a:ln w="9525">
            <a:solidFill>
              <a:srgbClr val="1A2E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3904488"/>
            <a:ext cx="749808" cy="822960"/>
          </a:xfrm>
          <a:prstGeom prst="rect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39776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73168" y="436168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596128" y="39593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Integration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596128" y="42245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test_schemas.py (25) + test_api_routes.py (22) · Frontend: App.test.jsx (30) · 77 tests total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Gelo Koi  ·  Team NewToDev (Team 17)  ·  CSE 412  ·  East West 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"/>
            <a:ext cx="772668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219456"/>
            <a:ext cx="754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Strategy &amp; Results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2011680" cy="182880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24128"/>
            <a:ext cx="45720" cy="18288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2606040" y="1024128"/>
          <a:ext cx="32004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5989320" y="1024128"/>
            <a:ext cx="2834640" cy="649224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1024128"/>
            <a:ext cx="45720" cy="6217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1051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(25)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44768" y="126187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Required field rejection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44768" y="1408176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Type coercion int→float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144768" y="155448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Optional field defaults (alert_threshold=80)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989320" y="1737360"/>
            <a:ext cx="2834640" cy="621792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1737360"/>
            <a:ext cx="45720" cy="6217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4768" y="17647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Integration (22)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44768" y="197510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 CRUD + boundary cases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144768" y="2121408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Negative/zero amount rejection (400)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44768" y="2267712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Budget duplicate guard &amp; month-filter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989320" y="2450592"/>
            <a:ext cx="2834640" cy="621792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89320" y="2450592"/>
            <a:ext cx="45720" cy="62179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4768" y="24780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Components (30)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44768" y="2688336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routing &amp; OAuth mock flow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144768" y="2834640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LandingPage CTA buttons rendering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144768" y="2980944"/>
            <a:ext cx="2606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useApi hook state + sessionStorage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57200" y="3154680"/>
            <a:ext cx="8686800" cy="0"/>
          </a:xfrm>
          <a:prstGeom prst="line">
            <a:avLst/>
          </a:prstGeom>
          <a:noFill/>
          <a:ln w="9525">
            <a:solidFill>
              <a:srgbClr val="1A2E5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3246120"/>
            <a:ext cx="2743200" cy="68580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7200" y="3246120"/>
            <a:ext cx="45720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3291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No External Services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943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in-memory; Vision + Axios mocked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337560" y="3246120"/>
            <a:ext cx="2743200" cy="68580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337560" y="3246120"/>
            <a:ext cx="45720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74720" y="3291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Test Isolation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47472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Function-scoped sessions, rollback each test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217920" y="3246120"/>
            <a:ext cx="2743200" cy="68580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217920" y="3246120"/>
            <a:ext cx="45720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55080" y="3291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 Stack Coverage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35508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→ FastAPI endpoints → React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82880"/>
            <a:ext cx="1860804" cy="219456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201168"/>
            <a:ext cx="1842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CLIENT APPROVAL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Delivered ✓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" y="11704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met and approved by client Rafat Bin Islam, Staff Engineer, Agoda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627632"/>
            <a:ext cx="2651760" cy="118872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627632"/>
            <a:ext cx="45720" cy="1188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16916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Google OAuth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" y="20299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passwordless authentication via Google token verification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1627632"/>
            <a:ext cx="2651760" cy="118872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627632"/>
            <a:ext cx="45720" cy="1188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16916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Bengali OCR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92424" y="20299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 API — 85-95% accuracy on handwritten receipts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35040" y="1627632"/>
            <a:ext cx="2651760" cy="1188720"/>
          </a:xfrm>
          <a:prstGeom prst="rect">
            <a:avLst/>
          </a:prstGeom>
          <a:solidFill>
            <a:srgbClr val="061D44"/>
          </a:solidFill>
          <a:ln w="12700">
            <a:solidFill>
              <a:srgbClr val="7C6A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627632"/>
            <a:ext cx="45720" cy="118872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6916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81344" y="20299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limits, threshold alerts, and real-time progress tracking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980944"/>
            <a:ext cx="2651760" cy="1188720"/>
          </a:xfrm>
          <a:prstGeom prst="rect">
            <a:avLst/>
          </a:prstGeom>
          <a:solidFill>
            <a:srgbClr val="061D44"/>
          </a:solidFill>
          <a:ln w="1270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80944"/>
            <a:ext cx="45720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044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Savings Goals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creation, allocation tracking, and savings pool management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2980944"/>
            <a:ext cx="2651760" cy="1188720"/>
          </a:xfrm>
          <a:prstGeom prst="rect">
            <a:avLst/>
          </a:prstGeom>
          <a:solidFill>
            <a:srgbClr val="061D44"/>
          </a:solidFill>
          <a:ln w="12700">
            <a:solidFill>
              <a:srgbClr val="E8B84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980944"/>
            <a:ext cx="45720" cy="1188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3044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92424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6-panel dashboard: overview, transactions, budgets, analytics, report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2980944"/>
            <a:ext cx="2651760" cy="1188720"/>
          </a:xfrm>
          <a:prstGeom prst="rect">
            <a:avLst/>
          </a:prstGeom>
          <a:solidFill>
            <a:srgbClr val="061D44"/>
          </a:solidFill>
          <a:ln w="127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2980944"/>
            <a:ext cx="45720" cy="1188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30449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77 Tests Pass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81344" y="3383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API + Frontend tests — all green, no external dependencies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1D44"/>
          </a:solidFill>
          <a:ln w="12700">
            <a:solidFill>
              <a:srgbClr val="061D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74573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Taka Gelo Koi  ·  Team NewToDev (Team 17)  ·  CSE 412  ·  East West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1653</Words>
  <Application>Microsoft Office PowerPoint</Application>
  <PresentationFormat>On-screen Show (16:9)</PresentationFormat>
  <Paragraphs>327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Taka Gelo Koi — Project Presentation</dc:title>
  <dc:subject>PptxGenJS Presentation</dc:subject>
  <dc:creator>Team NewToDev</dc:creator>
  <cp:lastModifiedBy>Sifat Islam</cp:lastModifiedBy>
  <cp:revision>2</cp:revision>
  <dcterms:created xsi:type="dcterms:W3CDTF">2026-04-15T05:24:11Z</dcterms:created>
  <dcterms:modified xsi:type="dcterms:W3CDTF">2026-04-16T06:43:42Z</dcterms:modified>
</cp:coreProperties>
</file>